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155448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4028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1F3864"/>
                </a:solidFill>
                <a:latin typeface="微软雅黑"/>
                <a:ea typeface="微软雅黑"/>
              </a:rPr>
              <a:t>浮点验证与规约测试：工作进展汇报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IP 全链路验证（QCP/Rocq）与 FloatTest 位级差分测试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404040"/>
                </a:solidFill>
                <a:latin typeface="微软雅黑"/>
                <a:ea typeface="微软雅黑"/>
              </a:rPr>
              <a:t>QCIP 验证组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410047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一、背景：我们要验证什么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验证对象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总体进展时间线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两条技术路线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技术工作一览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全称证明与采样定理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二、路线一：QCP 全链路验证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验证流水线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示例 1：STSUseFlag 状态机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浮点建模的三代演进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示例 2：float_clamp（原生浮点）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示例 3：float_store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路线一总览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097280"/>
            <a:ext cx="5410047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三、路线二：FloatTest 位级差分测试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路线二的动机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FloatTest 流程与 PBT 设计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示例 4：ModeConvert_SBM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三个技术难点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浮点处理技术汇总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覆盖规模与证据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测试发现的问题与经验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四、总结与展望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工作量量化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总结</a:t>
            </a:r>
          </a:p>
          <a:p>
            <a:pPr lvl="1"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未来工作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验证对象：星载控制软件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buChar char="▪"/>
            </a:pPr>
            <a:r>
              <a:rPr sz="1500" b="1">
                <a:solidFill>
                  <a:srgbClr val="404040"/>
                </a:solidFill>
                <a:latin typeface="微软雅黑"/>
                <a:ea typeface="微软雅黑"/>
              </a:rPr>
              <a:t>来源：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卫星姿态与轨道控制系统的核心算法模块（C 语言）</a:t>
            </a:r>
          </a:p>
          <a:p>
            <a:pPr lvl="1"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姿态解算、陀螺数据处理、轨道计算、岁差章动、喷气推进控制等</a:t>
            </a:r>
          </a:p>
          <a:p>
            <a:pPr lvl="1"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工作模式切换判断（ModeConvert 系列）</a:t>
            </a:r>
          </a:p>
          <a:p>
            <a:pPr algn="l">
              <a:spcAft>
                <a:spcPts val="800"/>
              </a:spcAft>
              <a:buChar char="▪"/>
            </a:pPr>
            <a:r>
              <a:rPr sz="1500" b="1">
                <a:solidFill>
                  <a:srgbClr val="404040"/>
                </a:solidFill>
                <a:latin typeface="微软雅黑"/>
                <a:ea typeface="微软雅黑"/>
              </a:rPr>
              <a:t>共同特点</a:t>
            </a:r>
          </a:p>
          <a:p>
            <a:pPr lvl="1" algn="l">
              <a:spcAft>
                <a:spcPts val="400"/>
              </a:spcAft>
              <a:buChar char="▪"/>
            </a:pPr>
            <a:r>
              <a:rPr sz="1300" b="1">
                <a:solidFill>
                  <a:srgbClr val="C86E00"/>
                </a:solidFill>
                <a:latin typeface="微软雅黑"/>
                <a:ea typeface="微软雅黑"/>
              </a:rPr>
              <a:t>浮点密集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：大量 float64 四则运算、限幅、比较</a:t>
            </a:r>
          </a:p>
          <a:p>
            <a:pPr lvl="1"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频繁从结构体/数组读写浮点数</a:t>
            </a:r>
          </a:p>
          <a:p>
            <a:pPr lvl="1"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调用 libm：sin/cos/sqrt，部分使用 asin/atan2/exp</a:t>
            </a:r>
          </a:p>
          <a:p>
            <a:pPr lvl="1"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分支多、状态多：单函数可达几十路输入输出</a:t>
            </a:r>
          </a:p>
          <a:p>
            <a:pPr algn="l">
              <a:spcAft>
                <a:spcPts val="800"/>
              </a:spcAft>
              <a:buChar char="▪"/>
            </a:pPr>
            <a:r>
              <a:rPr sz="1500" b="1">
                <a:solidFill>
                  <a:srgbClr val="404040"/>
                </a:solidFill>
                <a:latin typeface="微软雅黑"/>
                <a:ea typeface="微软雅黑"/>
              </a:rPr>
              <a:t>形式化的必要性：</a:t>
            </a:r>
            <a:r>
              <a:rPr sz="1500" b="0">
                <a:solidFill>
                  <a:srgbClr val="404040"/>
                </a:solidFill>
                <a:latin typeface="微软雅黑"/>
                <a:ea typeface="微软雅黑"/>
              </a:rPr>
              <a:t>在轨软件不可维护，浮点误算代价高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总体进展时间线（2026-07 至 2026-08，约 7 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1115568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950976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路线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进展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07-02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首个 IP 全链路证明完成（STSUseFlag，7 条分支全证）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07-09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StructFilter 完成（第二代建模：float64 当 64 位整数）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07-13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STSTransDataSave 完成（annotation 迭代 5 轮）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07-14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首个原生浮点验证案例（float_clamp / float_store）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07-15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WheelFriction 部分验证——浮点抽象的局限暴露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07-24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FloatTest 框架推广：SAM 7 题 + ModeConvert 6 题 + CS 前 2 题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08-05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三角函数解决：musl sin/cos 双侧确定性移植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08-09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发现 MSVCRT sqrt 1-ulp 误舍入 ⇒ sqrt 移植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08-10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姿态 selftest 发现 6 处共享层错误，5 题重生成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08-17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iplib 24/24 全部交付，36,271 条定理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08-19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测试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 题证据链刷新 + dashboard 看板上线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120640"/>
            <a:ext cx="11185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另有 orbiter-new 批次 35/35 交付（35,035 条定理）；两条路线并行推进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07-14 原生浮点可用、08-05 三角函数解决——两类原本无法处理的程序先后纳入范围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两条技术路线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455767" cy="38404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路线一：QCP 全链路形式化验证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在 C 代码上编写规约 annotation（前置/后置条件）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符号执行自动生成验证条件（VC）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在 Rocq 中人工完成全称证明（对所有输入成立）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结论为全称命题，但依赖工具链对浮点的支持程度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097280"/>
            <a:ext cx="5455767" cy="38404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路线二：FloatTest 位级差分测试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将 C 算法逐行转写为 Rocq 可执行规约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用 gcc 产生真值，在采样输入上逐比特比对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每条测试向量 = 一条机器检查的 Rocq 定理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覆盖证明暂不可行的浮点密集程序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F3864"/>
                </a:solidFill>
                <a:latin typeface="微软雅黑"/>
                <a:ea typeface="微软雅黑"/>
              </a:rPr>
              <a:t>工具链的浮点支持程度决定程序采用哪条路线。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技术工作一览（三个方面）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85855" cy="1600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1. 浮点程序的原生形式化验证机制（路线一）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基于 Flocq 的原生 fp32/fp64 规约类型；用有限性前提在规约中显式处理 NaN/±∞；用类型化内存谓词 store_float 表达浮点内存写入。完成 float_clamp / float_store 两个案例。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34640"/>
            <a:ext cx="11185855" cy="1600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2. 确定性浮点运行时与位级规约技术（路线二）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musl sin/cos/sqrt 双侧逐行移植，使 libm 运算确定性、可复现；C 语言比较语义（NaN 为假）在 Rocq 侧精确复刻；混合精度、舍入模式（mode_NE）、bit pattern 逐位对齐。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17720"/>
            <a:ext cx="11185855" cy="16002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3. 定理化的 PBT 差分测试框架 FloatTest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“测试即定理”：每条向量对应一条由 vm_compute 检查的 Rocq 定理；随机 + 定向边界输入设计；阴性自检验证测试有效性；全链路证据固定（种子、快照、新鲜度重放）。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全称证明与采样定理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455767" cy="31089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全称证明（路线一）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一条定理覆盖所有合法输入：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Consolas"/>
                <a:ea typeface="Consolas"/>
              </a:rPr>
              <a:t>∀ x lo hi: Safe(x,lo,hi) ⇒ lo ≤ clamp(x,lo,hi) ≤ hi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证明由 Rocq 内核检查。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097280"/>
            <a:ext cx="5455767" cy="31089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采样定理（路线二）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每个采样点一条定理，各证一次：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Consolas"/>
                <a:ea typeface="Consolas"/>
              </a:rPr>
              <a:t>t_0861 : spec(输入₈₆₁) = 输出₈₆₁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1000 条向量 = 1000 条定理，每条经 Rocq 内核计算验证。逐比特严格，但仅覆盖采样点。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80560"/>
            <a:ext cx="11185855" cy="14630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比较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全称证明覆盖所有合法输入；采样定理仅覆盖采样点，但每条结论均由 Rocq 内核检查，严格性高于普通测试。该限制在各 case 报告中均有声明。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全链路验证流水线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920240" cy="10058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C annotation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前置/后置条件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80" y="155448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07208" y="1188720"/>
            <a:ext cx="1920240" cy="10058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符号执行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自动生成 VC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73168" y="155448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1496" y="1188720"/>
            <a:ext cx="1920240" cy="10058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VC 分类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safety / return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77456" y="155448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15784" y="1188720"/>
            <a:ext cx="1920240" cy="10058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Rocq 证明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人工完成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81744" y="155448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20072" y="1188720"/>
            <a:ext cx="1920240" cy="10058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final-check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归档验收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buChar char="▪"/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Annotation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：用分离逻辑描述函数执行前的内存状态（Require）与执行后的保证（Ensure）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Safety VC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：内存安全（不越界、类型匹配），多由自动策略完成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Return VC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：功能正确性（返回值满足后置条件），人工证明，为工作量主体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400" b="1">
                <a:solidFill>
                  <a:srgbClr val="404040"/>
                </a:solidFill>
                <a:latin typeface="微软雅黑"/>
                <a:ea typeface="微软雅黑"/>
              </a:rPr>
              <a:t>final-check</a:t>
            </a:r>
            <a:r>
              <a:rPr sz="1400" b="0">
                <a:solidFill>
                  <a:srgbClr val="404040"/>
                </a:solidFill>
                <a:latin typeface="微软雅黑"/>
                <a:ea typeface="微软雅黑"/>
              </a:rPr>
              <a:t>：无 Admitted/Axiom 扫描、生成文件新鲜度复核、归档哈希比对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示例 1：STSUseFlag 状态机验证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77840" cy="420624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C 代码（分支状态机，7 条路径）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if (sSTSAtt.dataSrc == 1) {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if (sBusSTSObj.update == 3952088175) {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if (sSTSAtt.stsFlg == 1)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  sSTSAtt.stsFlg = 6;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else if (sSTSAtt.stsFlg == 2)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  sSTSAtt.stsFlg = 7;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else if (sSTSAtt.stsFlg == 4)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  sSTSAtt.stsFlg = 8;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sSTSAtt.useOld = sSTSAtt.stsFlg;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} else {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if (sSTSAtt.stsFlg != 3)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    sSTSAtt.stsFlg = sSTSAtt.useOld;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}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} else {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  sBusSTSObj.update = 0;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051560"/>
            <a:ext cx="5333695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Annotation（分离逻辑规约，节选）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/*@ Require store(&amp;(sSTSAtt.dataSrc), data_src) *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        store(&amp;(sBusSTSObj.update), update) *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        store(&amp;(sSTSAtt.stsFlg), status) *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        store(&amp;(sSTSAtt.useOld), use_old)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Ensure exists data_src1 update1 status1 use_old1,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  STSUseFlagPost(data_src, update, status, use_old,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                 data_src1, update1, status1, use_old1)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  &amp;&amp; store(&amp;(sSTSAtt.stsFlg), status1) * ... */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3611880"/>
            <a:ext cx="5333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Char char="▪"/>
            </a:pPr>
            <a:r>
              <a:rPr sz="1100" b="0">
                <a:solidFill>
                  <a:srgbClr val="404040"/>
                </a:solidFill>
                <a:latin typeface="Consolas"/>
                <a:ea typeface="Consolas"/>
              </a:rPr>
              <a:t>store(p, v)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：内存地址 p 当前存储值 v</a:t>
            </a:r>
          </a:p>
          <a:p>
            <a:pPr algn="l">
              <a:spcAft>
                <a:spcPts val="400"/>
              </a:spcAft>
              <a:buChar char="▪"/>
            </a:pPr>
            <a:r>
              <a:rPr sz="1100" b="0">
                <a:solidFill>
                  <a:srgbClr val="404040"/>
                </a:solidFill>
                <a:latin typeface="Consolas"/>
                <a:ea typeface="Consolas"/>
              </a:rPr>
              <a:t>*</a:t>
            </a: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：分离合取，几块互不重叠的内存</a:t>
            </a:r>
          </a:p>
          <a:p>
            <a:pPr algn="l">
              <a:spcAft>
                <a:spcPts val="400"/>
              </a:spcAft>
              <a:buChar char="▪"/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后置：存在新状态，满足后状态关系 STSUseFlagPost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示例 1（续）：后状态关系规约（predicate-first）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57607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82880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路径条件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status1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update1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数据源有效 ∧ 更新标志命中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1→6 / 2→7 / 4→8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数据源有效 ∧ 标志未命中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恢复为 use_old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数据源无效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清零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10896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7 条分支路径 ⇒ 7 个 return VC，全部证明完成。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188720"/>
            <a:ext cx="5059375" cy="23774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方法论：predicate-first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规约描述输入/输出状态之间的数学关系，而非在 Rocq 中复制 C 的 if-else 控制流。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优点：规约可读、可审查、与实现解耦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反模式：镜像 C 控制流，证明随分支爆炸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3749039"/>
            <a:ext cx="5059375" cy="13716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耗时构成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证明命令本身为秒级；主要耗时在 Rocq 依赖环境编译（约 285 s/次）。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浮点建模的三代演进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第一代：整数替换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WheelFriction（动量轮摩擦补偿）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float64 → unint32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公式抽象为未解释函数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C86E00"/>
                </a:solidFill>
                <a:latin typeface="微软雅黑"/>
                <a:ea typeface="微软雅黑"/>
              </a:rPr>
              <a:t>137 个 safety VC 无法经济证明，全部 Admitted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95928" y="246888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34840" y="118872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第二代：不透明整数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StructFilter（结构滤波 + PID）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float64 → long long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浮点视为 64 位不透明字，仅证整数层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0823C"/>
                </a:solidFill>
                <a:latin typeface="微软雅黑"/>
                <a:ea typeface="微软雅黑"/>
              </a:rPr>
              <a:t>全部 VC 证明完成，但不含浮点语义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27848" y="246888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66760" y="118872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第三代：原生浮点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float_clamp / float_store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QCP v2.0.4 原生 fp32/fp64，底层 Flocq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0823C"/>
                </a:solidFill>
                <a:latin typeface="微软雅黑"/>
                <a:ea typeface="微软雅黑"/>
              </a:rPr>
              <a:t>浮点比较、有限性、内存写入均在证明层表达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11185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前两代为工具链不支持浮点时期的过渡方案；第三代（v2.0.4 起）开始表达浮点语义</a:t>
            </a:r>
          </a:p>
          <a:p>
            <a:pPr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同期对证明暂不可行的浮点密集 IP，采用 FloatTest 测试路线（后半部分）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示例 2：float_clamp 验证（原生浮点）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852160" cy="448056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带 annotation 的 C 代码（真实归档文件）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/*@ Extern Coq (clampFloatSafe : fp32 -&gt; fp32 -&gt; fp32 -&gt; Prop) */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/*@ Extern Coq (clampFloatPost : fp32 -&gt; ... -&gt; Prop) */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float float_clamp(float x, float lo, float hi)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/*@ Require clampFloatSafe(x, lo, hi)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  Ensure clampFloatPost(x, lo, hi, __return) */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  if (x &lt; lo)  return lo;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  if (x &gt; hi)  return hi;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  return x;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double double_clamp(double x, double lo, double hi)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/*@ Require clampSafe(x, lo, hi)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  Ensure clampPost(x, lo, hi, __return) */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{ /* 同样三条分支 */ }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051560"/>
            <a:ext cx="5059375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Rocq 侧规约定义（真实归档文件）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Definition clampFloatSafe (x lo hi : fp32) : Prop :=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fp32_isFinite x /\ fp32_isFinite lo /\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fp32_isFinite hi /\ fp32_le lo hi.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Definition clampFloatPost (x lo hi ret : fp32) : Prop :=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fp32_ge ret lo /\ fp32_le ret hi.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611880"/>
            <a:ext cx="50593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Char char="▪"/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fp32 为 QCP v2.0.4 的原生浮点类型（底层 Flocq 库）</a:t>
            </a:r>
          </a:p>
          <a:p>
            <a:pPr algn="l">
              <a:spcAft>
                <a:spcPts val="400"/>
              </a:spcAft>
              <a:buChar char="▪"/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前置条件：三者有限且 lo ≤ hi</a:t>
            </a:r>
          </a:p>
          <a:p>
            <a:pPr algn="l">
              <a:spcAft>
                <a:spcPts val="400"/>
              </a:spcAft>
              <a:buChar char="▪"/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后置条件：lo ≤ ret ≤ hi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示例 2（续）：NaN 与前置条件设计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若前置条件允许 x = NaN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C 语言规定：NaN 参与的任何比较均为 false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两个分支均不成立，函数原样返回 NaN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后置条件 lo ≤ r ≤ hi 对 NaN 不成立，规约不可证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处理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前置条件用 fp32_isFinite 排除 NaN 与 ±∞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即显式记录假设：仅在有限输入下保证钳位性质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097280"/>
            <a:ext cx="4785055" cy="26517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证明要点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2 个函数 × 3 条分支 = 6 个 return VC，全部证明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规约库仅 4 个谓词 + 4 条引理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核心引理：有限浮点比较自反、可交换反转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无 Admitted，final-check 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3931920"/>
            <a:ext cx="4785055" cy="16459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说明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本仓库首个使用原生浮点类型完成证明的案例；规约直接表达浮点比较与有限性，不再将浮点建模为整数。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示例 3：float_store 与类型化内存谓词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验证目标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*p = x;（x 为 float）在分离逻辑中对应的谓词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证明符号执行产生的写法与原生谓词等价：</a:t>
            </a:r>
          </a:p>
          <a:p>
            <a:pPr lvl="1" algn="l"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Consolas"/>
                <a:ea typeface="Consolas"/>
              </a:rPr>
              <a:t>p # Float ↦ x  ⊣⊢  store_float p x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两个案例：直接写变量、写结构体字段，各 1 个 return VC，均证明完成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404040"/>
                </a:solidFill>
                <a:latin typeface="微软雅黑"/>
                <a:ea typeface="微软雅黑"/>
              </a:rPr>
              <a:t>遗留：</a:t>
            </a: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证明完成，最终 canonical coqc 验收因环境缺失待补。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097280"/>
            <a:ext cx="4785055" cy="38404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失败反例（归档于 failing_examples/）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若 annotation 中使用通用 store(p, x) 写浮点，符号执行报错：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Consolas"/>
                <a:ea typeface="Consolas"/>
              </a:rPr>
              <a:t>Cannot unify types fp32 and Z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原因：通用 store 仅接受 Z 类型值，而 x 为 fp32。浮点内存须使用类型化谓词 store_float。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路线一总览：6 个 case 的交付状态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228600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Case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Manual VC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STSUseFlag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星敏感器使用标志状态机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 return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 条分支路径全证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StructFilter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结构滤波 + PID 控制器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 return + 30 safety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float64 建模为 64 位整数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STSTransDataSave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SRAM 248 字节分段拷贝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 return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annotation 迭代 5 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WheelFriction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动量轮摩擦力矩补偿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 return + 137 safety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部分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浮点抽象，safety 全 Admitted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float_clamp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fp32/fp64 钳位函数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2×3 return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首个原生浮点验证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float_store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float 内存写入谓词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 return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证明完成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待补最终 coqc 验收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1480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4 个完整证明通过 final-check、1 个部分验证、1 个证明完成待验收</a:t>
            </a:r>
          </a:p>
          <a:p>
            <a:pPr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Annotation 是主要迭代点：STSTransDataSave 迭代 5 轮得到正确的分段规格</a:t>
            </a:r>
          </a:p>
          <a:p>
            <a:pPr algn="l">
              <a:spcAft>
                <a:spcPts val="400"/>
              </a:spcAft>
              <a:buChar char="▪"/>
            </a:pP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遗留：WheelFriction 的 137 个 Admitted 待原生浮点能力重做；float_store 待补验收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路线二的动机：QCP 浮点支持的限制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6035040" cy="173736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目标程序的典型形态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// 从结构体读浮点数组 -&gt; 浮点运算 -&gt; 写回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tmpCp = Angle2C321(0, 0, sAtt.Psi_DA);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Cro   = MatrixMulti333(Cbiasp, tmpCp);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202020"/>
                </a:solidFill>
                <a:latin typeface="Consolas"/>
                <a:ea typeface="Consolas"/>
              </a:rPr>
              <a:t>qri   = C2Q(Cro);          // 含三角函数与 sqrt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当时的工具链限制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QCP 无法将内存中读出的 64 位数据还原为浮点（仅按整数处理）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这批程序没有 annotation，且大量依赖 libm 三角函数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符号执行全链路无法完成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051560"/>
            <a:ext cx="4785055" cy="40233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FloatTest 的思路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全称证明暂不可行时，检验一个较弱但可机器判定的性质：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Rocq 规约与 C 实现在采样输入上是否逐比特一致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方法：规约逐行人工转写，与 gcc 真值逐比特比对，每个采样点形成一条 Rocq 定理。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FloatTest 流程：测试即定理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8872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原始 C 程序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gcc -O0 真值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19272" y="160020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118872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测试向量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IEEE 754 bit pattern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53912" y="160020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18872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tests.v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每向量一条定理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88552" y="1600200"/>
            <a:ext cx="292608" cy="256032"/>
          </a:xfrm>
          <a:prstGeom prst="rightArrow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72600" y="118872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coqc 编译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通过 = 测试全过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651760"/>
            <a:ext cx="3840480" cy="1097280"/>
          </a:xfrm>
          <a:prstGeom prst="roundRect">
            <a:avLst>
              <a:gd name="adj" fmla="val 6000"/>
            </a:avLst>
          </a:prstGeom>
          <a:solidFill>
            <a:srgbClr val="E8F5EC"/>
          </a:solidFill>
          <a:ln w="1270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Rocq 位级规约 spec.v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人工逐行转写，Flocq binary32/64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111858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真值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：原始 C 用 gcc 编译（关闭 FMA 收缩），固定种子生成随机 + 定向边界输入（阈值恰等、NaN、±Inf、±0、饱和、计数器回绕等 7–13 类）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比对粒度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：输入输出一律按 64 位 bit pattern 比较，不作近似，1 比特差异即判失败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阴性自检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：每个 case 附 1 条故意改错期望值的定理，预期编译报错，用于验证工具链有效性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PBT 设计：六个关键决策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556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  <a:gridCol w="4480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PBT 要素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FloatTest 的设计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设计理由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被测性质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采样输入上 C 输出 ≡ 规约输出（逐比特，约定 NaN==NaN）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浮点不作近似比较，1 ulp 差异即判失败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Oracle（真值）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原始 C + gcc -O0（关 FMA 收缩）+ musl 确定性移植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宿主 libm 不可信（sqrt 误舍入实证）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输入生成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固定种子随机 + 7–13 类定向边界（阈值恰等、NaN、±Inf、±0、饱和、回绕）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随机覆盖一般行为，定向命中浮点奇异点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检查方式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vm_compute; reflexivity——内核计算的定理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检查由 Rocq 内核执行，不依赖外部脚本判断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有效性验证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每题 1 条阴性自检：故意改错，预期报错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变异测试思想：确认测试可检出错误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可复现性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固定种子 + SHA-256 快照 + 新鲜度重放 + 固定 coqc argv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任何人任何时间重跑结论一致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120640"/>
            <a:ext cx="11185855" cy="12801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与普通 PBT（如 QuickCheck）的差异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普通 PBT 的通过记录是测试日志；FloatTest 的每条通过向量都对应一条 Rocq 定理，且规约文件可在后续证明工作中直接复用。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示例 4：ModeConvert_SBM 测试流程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39496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第 1 步：被测 C 代码（全部逻辑）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// 星时超过注入时刻 + 时延 -&gt; 转入 EIM 模式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if ((m_starTime - t0) &gt;= dt_OrbitInject)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    m_WorkMode = WKMD_EIM;  // 0x11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02020"/>
                </a:solidFill>
                <a:latin typeface="Consolas"/>
                <a:ea typeface="Consolas"/>
              </a:rPr>
              <a:t>// 否则工作模式不变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063240"/>
            <a:ext cx="5394960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第 2 步：参考驱动生成向量（vectors.txt）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202020"/>
                </a:solidFill>
                <a:latin typeface="Consolas"/>
                <a:ea typeface="Consolas"/>
              </a:rPr>
              <a:t>4694428428020873060 13909875606412569204 4661949024290739460 20 17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202020"/>
                </a:solidFill>
                <a:latin typeface="Consolas"/>
                <a:ea typeface="Consolas"/>
              </a:rPr>
              <a:t>4683088663683732336 4683088663683732336 4607182418800017408 3 3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列含义：starTime、t0、dt（均为 64 位 bit pattern）、旧模式字 → 新模式字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516575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第 3 步：人工转写的 Rocq 规约（spec.v）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Definition modeConvert_SBM_fun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(starTime t0 dt : fp64) (workMode : Z) : Z :=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if c_ge64 (fp64_sub starTime t0) dt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then WKMD_EIM_Z      (* 17 = 0x11 *)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else workMode.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063240"/>
            <a:ext cx="5516575" cy="1554480"/>
          </a:xfrm>
          <a:prstGeom prst="rect">
            <a:avLst/>
          </a:prstGeom>
          <a:solidFill>
            <a:srgbClr val="F5F5F5"/>
          </a:solidFill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微软雅黑"/>
                <a:ea typeface="微软雅黑"/>
              </a:rPr>
              <a:t>第 4 步：每条向量一条定理（tests.v）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Example t_0002 :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modeConvert_SBM_fun (f64 4683088663683732336)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    (f64 4683088663683732336) (f64 4607182418800017408) 3 = 3.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202020"/>
                </a:solidFill>
                <a:latin typeface="Consolas"/>
                <a:ea typeface="Consolas"/>
              </a:rPr>
              <a:t>Proof. vm_compute. reflexivity. Qed.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4709160"/>
            <a:ext cx="55165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040"/>
                </a:solidFill>
                <a:latin typeface="微软雅黑"/>
                <a:ea typeface="微软雅黑"/>
              </a:rPr>
              <a:t>vm_compute 由 Rocq 内核计算左端，与右端相等则定理成立。本例 starTime = t0，差值 0 &lt; dt，条件为假，模式保持 3。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位级测试的四个关键概念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455767" cy="2286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bit pattern（位模式）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浮点数在内存中为 64 个比特；向量中的大整数即这些比特的整数值。按位比较严格于任何误差界比较。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097280"/>
            <a:ext cx="5455767" cy="2286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c_ge64：复刻 C 的 NaN 语义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C 规定 NaN 的比较一律为假。Flocq 的原始比较遇 NaN 返回“无法比较”，封装 c_ge64：无法比较 ⇒ false，与 C 一致。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5455767" cy="2286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vm_compute：内核级计算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Rocq 内核的虚拟机实际执行规约函数。“通过”的含义是内核确认等式两端相等，而非外部脚本的判断。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3657600"/>
            <a:ext cx="5455767" cy="228600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不做 extraction 的原因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规约为人工逐行转写，转写本身可能出错，差分测试用于检出此类错误；自动提取则失去对照意义。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难点 1：三角函数（15 个 case 曾无法处理）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问题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Flocq 仅定义 IEEE 四则运算与 sqrt 的舍入语义，不含 sin/cos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各 libm 实现的三角函数结果可能不同，缺少确定的真值口径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姿态计算类 case 普遍调用三角函数，15 题受阻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解决（2026-08-05）：libm 运算确定性化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将 musl libc 的 sin/cos（含参数约减 __rem_pio2）逐行移植两份：C 侧（编译时替换系统 libm）与 Rocq 侧（FloatTrig.v）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两侧执行同一算法，三角函数成为确定性、可复现的运算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097280"/>
            <a:ext cx="4510735" cy="23774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移植质量自测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独立 selftest：3176 条向量逐比特一致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与 msvcrt libm 对比：常规值 0 ulp 差，大参数约 21 ulp（musl 更准）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sqrt 同样移植（musl 纯整数 Goldschmidt 迭代），自测 2073 条向量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3657600"/>
            <a:ext cx="4510735" cy="20116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残余边界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asin/atan2/exp 未移植：依赖它们的子函数用打桩 + 输入注入隔离，下游真实计算仍逐比特比对，并在每题 README 置顶声明。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难点 2：宿主 libm 的 sqrt 误舍入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事件经过（CS_TrgtAtt_NWM_USU，2026-08-09）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1025 条向量中 t_0861 一条失败：输出四元数 4 个分量各差 ±1 ulp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逐层排查定位到 sqrt：MinGW gcc 链接的老 MSVCRT 库存在罕见误舍入（x87 FSQRT 双舍入残留）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实例：x = 0x1.de63fa81fe9bcp+0，MSVCRT 给出 …034（错），正确舍入 …033（Rocq 侧 Flocq Bsqrt 的结果）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此前三个 case 约 3000 条向量未覆盖该输入，属偶然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0"/>
            <a:ext cx="4236415" cy="21945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处理与结论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宿主 libm 不能作为真值来源，真值必须由确定性实现产生。据此移植 musl sqrt，受影响 4 题重跑全部通过。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3474720"/>
            <a:ext cx="4236415" cy="21031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ulp 的含义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ulp（unit in the last place）是浮点末位一个比特代表的值，即浮点表示的最小差异；逐比特比对可检出该量级的错误。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难点 3：共享规约层的独立自测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背景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姿态类 case 共用基础算法：六种转序的 Angle2C、矩阵乘、四元数运算（QMulti / Q2C / C2Q）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提取为 C/Rocq 两侧共享库，避免每个 case 复制展开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风险：共享层单点错误传播到所有 case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独立自测（attitude selftest）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4 个精确锚点：单位阵、绕 X/Y/Z 轴转 π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6 种转序 × 10000 条随机，从基础矩阵相乘独立重算对照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097280"/>
            <a:ext cx="4510735" cy="26517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发现的问题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04040"/>
                </a:solidFill>
                <a:latin typeface="微软雅黑"/>
                <a:ea typeface="微软雅黑"/>
              </a:rPr>
              <a:t>4 个 Angle2C 第一轴符号错误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404040"/>
                </a:solidFill>
                <a:latin typeface="微软雅黑"/>
                <a:ea typeface="微软雅黑"/>
              </a:rPr>
              <a:t>2 个 C2Q 对称项下标错误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EIM、AHM_USU、P2P、OCM 等 5 个受影响 case 重新生成并通过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3931920"/>
            <a:ext cx="4510735" cy="155448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经验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修改共享库后必须重跑所有受影响 case，避免留下指向旧版本摘要的通过记录。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浮点处理技术汇总（问题 → 处理方式）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556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0467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浮点问题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处理方式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IEEE 舍入语义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Flocq Bplus/Bminus/Bmult/Bdiv（mode_NE 最近偶数舍入）与 gcc -O0 逐位对齐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内存中的浮点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64 位 bit pattern 注入/读出（b64_of_bits）；证明侧用类型化谓词 store_float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NaN 的比较语义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封装 c_ge64 等：不可比较 ⇒ false，精确复刻 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证明层的 NaN/∞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前置条件 isFinite 显式排除，把假设写进规约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三角函数（Flocq 不支持）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musl sin/cos 双侧逐行移植（含参数约减），自测 3176 向量逐比特一致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sqrt 真值分歧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musl sqrt（纯整数 Goldschmidt）移植 + Flocq Bsqrt 正确舍入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asin/atan2/exp 未移植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打桩 + 输入注入，边界在 README 置顶声明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混合精度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按 C 转换规则显式建模 binary64↔binary32 转换；f 后缀字面量逐行核对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949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上述处理方式基于同一套 Flocq 语义，证明与测试两条路线共用，后续做全称证明时可直接复用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测试覆盖规模与结果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2194560"/>
                <a:gridCol w="1188720"/>
                <a:gridCol w="3931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批次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Case 数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向量/定理数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通过率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0050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iplib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24/24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36,271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 个模式切换 + 18 个姿态/轨道计算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orbiter-new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35/35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35,035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轨道器批次，各 1000 条定向向量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SAMCodeSynthesis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8/9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速率/姿态控制等，最重 1 题未做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cfg_target（早期试点）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431 正例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框架首批验证对象</a:t>
                      </a:r>
                    </a:p>
                  </a:txBody>
                  <a:tcPr marL="54864" marR="36576" marT="18288" marB="18288" anchor="ctr">
                    <a:solidFill>
                      <a:srgbClr val="EDF2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≈78,700 条定理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全部无 Admitted/Axiom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2336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典型每 case 1000 条随机 + 定向边界向量；最重 case 单题 5013 条</a:t>
            </a:r>
          </a:p>
          <a:p>
            <a:pPr algn="l">
              <a:spcAft>
                <a:spcPts val="6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千条向量全链路约 10 秒；固定种子，完全可复现</a:t>
            </a:r>
          </a:p>
          <a:p>
            <a:pPr algn="l">
              <a:spcAft>
                <a:spcPts val="6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每题 1 条阴性自检（故意改错）全部正确报错</a:t>
            </a:r>
          </a:p>
          <a:p>
            <a:pPr algn="l">
              <a:spcAft>
                <a:spcPts val="6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全链路 SHA-256 快照绑定源码/规约/向量/工具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iplib 批次：24 个 case 与证据看板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两个程序家族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ModeConvert（6 题）：工作模式切换。例：EIM 题以模式字为下标读 fp64[14] 定时器数组，超时转 NWM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CS 系列（18 题）：陀螺最小二乘/直接求逆、姿态控制喷气调度、轨道计算、IAU1976 岁差 + IAU1980 章动、点对点机动规划等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最重一题 CS_TrgtAtt_AHM_USU：104 个输入 → 44 个输出，9 段混合轨迹角速度规划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共享姿态规约层</a:t>
            </a:r>
          </a:p>
          <a:p>
            <a:pPr algn="l">
              <a:spcAft>
                <a:spcPts val="4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六种 Angle2C、矩阵乘、四元数运算，C/Rocq 双侧共享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0"/>
            <a:ext cx="4236415" cy="420624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证据看板（dashboard）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静态网页索引：C 源码、规约声明、C↔Rocq 列映射、示例向量、复现命令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7 个 case 已刷新完整证据链（固定 coqc 检查 + 向量新鲜度逐字节比对 + 阴性控制）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其余 17 个为历史通过、待补证据刷新（非测试失败）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04040"/>
                </a:solidFill>
                <a:latin typeface="微软雅黑"/>
                <a:ea typeface="微软雅黑"/>
              </a:rPr>
              <a:t>24/24 规约与测试无 Admitted/Axiom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测试发现的问题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宿主 libm 误舍入：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MSVCRT sqrt 存在 1-ulp 误舍入，促成 musl sqrt 移植（难点 2）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姿态公式转写错误：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4 个 Angle2C 符号错误 + 2 个 C2Q 下标错误，被独立 selftest 发现（难点 3）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驱动程序 UB：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GyroPick 参考驱动 printf 格式串多写 2 个 %u，打印垃圾列，被向量生成器的列数断言拦截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源码笔误：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CS_IRES_Modify 循环误用未初始化索引 i（gcc 警告 + 测试边界双重记录）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混合精度陷阱：</a:t>
            </a: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binary64 实参传给 float 形参需显式建模 64→32→64 两次转换；0.9231f 与 0.9231 精度不同，此类转写偏差可由差分测试即时检出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小结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问题分属三类：环境（libm）、规约转写（Angle2C/C2Q）、被测代码及其驱动（UB、笔误），差分测试对三类均有效。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测试路线：经验沉淀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方法论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决定性难度因素不是代码行数，而是是否依赖 libm 三角/反三角/exp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真值口径固定为“原始 IP + musl 确定性移植”，结论可复现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确定性基础运算提成两侧共享层，避免复制展开导致符号/下标漂移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修改共享库后必须重跑所有受影响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0"/>
            <a:ext cx="47850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工程纪律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正式证据只接受固定 coq_tooling.py check 在隔离 workspace 的固定 argv 结果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每题 README 置顶声明重建约定、打桩边界与未覆盖范围</a:t>
            </a:r>
          </a:p>
          <a:p>
            <a:pPr algn="l">
              <a:spcAft>
                <a:spcPts val="800"/>
              </a:spcAft>
              <a:buChar char="▪"/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全链路 SHA-256 快照绑定：C 源码、规约、驱动、向量、发射器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37760"/>
            <a:ext cx="11185855" cy="128016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定位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04040"/>
                </a:solidFill>
                <a:latin typeface="微软雅黑"/>
                <a:ea typeface="微软雅黑"/>
              </a:rPr>
              <a:t>FloatTest 是 QCP 全链路的补充而非替代：在证明暂时不可达的浮点程序上，用采样定理给出机器检查的一致性结论；规约库可在将来做全称证明时复用。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工作量量化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455767" cy="39319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路线一：验证（6 case，约 2 周）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人工 Rocq 证明 ≈1,330 行（proof_manual 合计）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人工数学规约库 ≈630 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人工证明 return VC 22 个 + safety VC 30 个（含拆分约 90 条引理）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最大单 case：StructFilter 生成 goal 9,749 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annotation 最多迭代 5 轮（STSTransDataSave）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097280"/>
            <a:ext cx="5455767" cy="3931920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路线二：测试（79 case，约 5 周）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人工逐行转写规约 ≈4,300 行（三批次 spec.v + 共享库）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生成并编译通过定理 ≈78,700 条（tests.v 合计 ≈47 万行）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测试向量 78,271 条，每题 7–13 类定向边界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musl sin/cos/sqrt 双侧移植 3 套；独立自测向量 6 万+ 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/>
                <a:ea typeface="微软雅黑"/>
              </a:rPr>
              <a:t>中文 README 边界声明 ≈2,600 行；静态 dashboard 1 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合计 85 个 case 交付，证明与测试两条线共覆盖 IP 库的主要浮点程序。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总结：三方面技术工作，两条路线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技术工作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1. </a:t>
            </a:r>
            <a:r>
              <a:rPr sz="1300" b="1">
                <a:solidFill>
                  <a:srgbClr val="404040"/>
                </a:solidFill>
                <a:latin typeface="微软雅黑"/>
                <a:ea typeface="微软雅黑"/>
              </a:rPr>
              <a:t>浮点原生验证机制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：fp32/fp64 规约 + 有限性前提 + 类型化内存谓词，规约直接表达浮点语义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2. </a:t>
            </a:r>
            <a:r>
              <a:rPr sz="1300" b="1">
                <a:solidFill>
                  <a:srgbClr val="404040"/>
                </a:solidFill>
                <a:latin typeface="微软雅黑"/>
                <a:ea typeface="微软雅黑"/>
              </a:rPr>
              <a:t>确定性浮点运行时与位级规约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：musl 移植 + C 语义复刻，解决浮点缺少可信真值的问题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3. </a:t>
            </a:r>
            <a:r>
              <a:rPr sz="1300" b="1">
                <a:solidFill>
                  <a:srgbClr val="404040"/>
                </a:solidFill>
                <a:latin typeface="微软雅黑"/>
                <a:ea typeface="微软雅黑"/>
              </a:rPr>
              <a:t>定理化 PBT 框架 FloatTest</a:t>
            </a:r>
            <a:r>
              <a:rPr sz="1300" b="0">
                <a:solidFill>
                  <a:srgbClr val="404040"/>
                </a:solidFill>
                <a:latin typeface="微软雅黑"/>
                <a:ea typeface="微软雅黑"/>
              </a:rPr>
              <a:t>：测试即定理 + 阴性自检 + 证据固定，采样测试具有机器检查的结论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9480" y="1097280"/>
            <a:ext cx="44192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完成情况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路线一：6 case，4 个完整证明，三代浮点建模演进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路线二：79 case，约 78,700 条定理 100% 通过，零 Admitted/Axiom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实证发现的问题：宿主 libm 误舍入、规约转写错误、驱动 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9496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证明可达的程序做全称证明；证明暂不可达的浮点程序，用逐比特的定理化测试覆盖。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未来工作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45576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验证路线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用原生浮点能力重做 WheelFriction 等早期抽象 case，补齐 137 个 Admitted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float_store 补跑 canonical coqc 验收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沉淀外部函数规格库；循环不变式自动生成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097280"/>
            <a:ext cx="545576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测试路线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补齐 17 个 archived case 的最新证据链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完成遗留的最重 case（SAM GyroAttiDetermine：矩阵求逆 + fp64 floor）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asin/atan2/exp 的确定性移植，消除打桩边界</a:t>
            </a:r>
          </a:p>
          <a:p>
            <a:pPr algn="l">
              <a:spcAft>
                <a:spcPts val="1000"/>
              </a:spcAft>
              <a:buChar char="▪"/>
            </a:pPr>
            <a:r>
              <a:rPr sz="1250" b="0">
                <a:solidFill>
                  <a:srgbClr val="404040"/>
                </a:solidFill>
                <a:latin typeface="微软雅黑"/>
                <a:ea typeface="微软雅黑"/>
              </a:rPr>
              <a:t>测试 → 证明衔接：已验证的 Flocq 规约库可直接复用于全称性定理（如限幅输出界）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8640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两条路线的衔接点：FloatTest 规约库 + QCP 原生浮点支持，为浮点 IP 的全称证明提供基础。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1F3864"/>
                </a:solidFill>
                <a:latin typeface="微软雅黑"/>
                <a:ea typeface="微软雅黑"/>
              </a:rPr>
              <a:t>谢谢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404040"/>
                </a:solidFill>
                <a:latin typeface="微软雅黑"/>
                <a:ea typeface="微软雅黑"/>
              </a:rPr>
              <a:t>欢迎讨论与指正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